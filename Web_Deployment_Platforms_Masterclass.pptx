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2542"/>
            </a:avLst>
          </a:prstGeom>
          <a:solidFill>
            <a:srgbClr val="131D33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5156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ARCHITECTURE &amp; DEVOPS 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Web Deployment Masterclass: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vs. Alternative Platforms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Evaluation: Architecture, Step-by-Step CI/CD Workflows, Pricing Economics, Deployment Difficulties &amp; Decision Guide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0" y="3566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657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913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&amp; Edge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4133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 DX &amp; Previews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3566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657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913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Zero-Egress Edge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4133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Bandwidth &amp; 330+ PoPs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57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0" y="3913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Jamstack Pioneer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4133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Forms, Auth &amp; Previews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78240" y="3566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3657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Amplify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0" y="3913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Hyperscale Cloud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0" y="4133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AWS S3/Cognito/DynamoDB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97280" y="4709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800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Hosting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5056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5276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CLI &amp; Firestore Sync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0" y="4709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800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Static Apps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57600" y="5056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Microsoft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5276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GitHub Actions &amp; C#/.NET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17920" y="4709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800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Pages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17920" y="5056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Free Forever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5276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Git Push &amp; Zero Setup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778240" y="4709160"/>
            <a:ext cx="2316175" cy="960120"/>
          </a:xfrm>
          <a:prstGeom prst="roundRect">
            <a:avLst>
              <a:gd name="adj" fmla="val 9524"/>
            </a:avLst>
          </a:prstGeom>
          <a:solidFill>
            <a:srgbClr val="0A1020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0" y="4800600"/>
            <a:ext cx="2316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DigitalOcean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778240" y="5056632"/>
            <a:ext cx="2316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VPS &amp; Flat Pricing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69680" y="5276088"/>
            <a:ext cx="2133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Root Linux, PM2 &amp; 1TB Transfer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97280" y="58064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Edition | 2026 Architectural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CONTEXT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Reality Check: Why Engineering Teams Look Beyond Vercel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29000" cy="4846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Licensing &amp; Hobby Traps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2316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Terms of Service: Vercel's Hobby plan is explicitly non-commercial. Any client, commercial booking, or monetized app breaches ToS.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5760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Forced Plan Migration: Moving to Pro immediately incurs $20/month per user, regardless of project scale.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48006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89204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Seat Multiplier: Every developer, QA engineer, or manager added multiplies base costs ($20 x N seats).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79976" y="1325880"/>
            <a:ext cx="3429000" cy="4846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32588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417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02936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Bandwidth &amp; Egress Bill Shock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62856" y="233172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242316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Punitive Overage Invoicing: Bandwidth above allowance is billed at steep rates ($55 per 100 GB).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62856" y="35661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365760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Viral Traffic Penalty: A single viral marketing push, scrapers, or bot DDoS can generate an unexpected 4-figure invoice.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62856" y="48006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489204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Hard Spending Caps: Historically, accounts could not set strict hard kill-switches, creating high financial anxiety.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28432" y="1325880"/>
            <a:ext cx="3429000" cy="4846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32588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7032" y="1417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851392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Execution &amp; Backend Limits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11312" y="233172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242316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Execution Timeouts: 10s default execution limit on Hobby (50s-60s on Pro). Fails on PDF generation or batch operations.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11312" y="35661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8472" y="365760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Persistent Connections: Cannot host long-lived WebSockets or background cron workers natively.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11312" y="48006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489204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 Start Headaches: Node.js serverless functions introduce 300ms–2000ms latency on un-warmed routes.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FOUNDATIONS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Architecture Taxonomy: The 4 Core Models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Global Edge CDN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Pages, GitHub Pages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5915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CONCEPT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assets replicated to hundreds of edge PoPs worldwide. Microsecond response times with zero origin server load.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3931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STRENGTHS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bandwidth costs, extreme speed, immune to server crashes.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8680" y="48463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1947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TRADE-OFFS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native Node server runtime; dynamic code requires edge isolates or separate APIs.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53689" y="132588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53689" y="132588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0849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Serverless Jamstack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90849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Vercel, Netlify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90849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2289" y="235915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CONCEPT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frontend combined with auto-scaling ephemeral serverless functions triggered per HTTP request.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90849" y="35661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2289" y="363931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STRENGTHS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DevOps maintenance, instant preview branches, automated git CI/CD.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90849" y="48463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2289" y="491947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TRADE-OFFS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 start delays, execution timeouts (10s–60s), bandwidth overage risk.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75858" y="132588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5858" y="132588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3018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Managed Cloud Ecosystems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13018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Amplify, Firebase, Azure SWA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13018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4458" y="235915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CONCEPT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integration into cloud hyperscalers (AWS, Google, Microsoft) bundling hosting, auth, and database SDKs.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13018" y="35661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4458" y="363931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STRENGTHS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Tight enterprise security, deep cloud services integration, global compliance.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13018" y="48463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4458" y="491947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TRADE-OFFS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console UX, steep learning curve, subtle cloud billing traps.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898026" y="1325880"/>
            <a:ext cx="2560320" cy="4846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98026" y="132588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35186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Dedicated Cloud VPS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35186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DigitalOcean Droplet (Linux + Nginx)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35186" y="2286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26626" y="235915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CONCEPT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dedicated or shared virtual private server running Linux, PM2, Node.js, and reverse proxy.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35186" y="35661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26626" y="363931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STRENGTHS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control, flat predictable bills ($4-$6/mo), persistent WebSockets &amp; DB.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035186" y="48463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26626" y="4919472"/>
            <a:ext cx="2103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TRADE-OFFS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Linux sysadmin, manual SSL renewal, manual security patching.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(1/8)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1: Vercel — Architecture, Advantages &amp; Disadvantages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ARCHITECTURE &amp; KEY 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of Next.js | Serverless Frontend &amp; Edge Optimization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FIRST-PARTY NEXT.JS SYNERGY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configuration for React Server Components (RSC), Incremental Static Regeneration (ISR), Image Optimization, and Edge Middleware.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BEST-IN-CLASS DEVELOPER EXPERIENCE (DX)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Git preview deployments for every branch and pull request, with in-browser visual feedback and team commenting.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EDGE NETWORK &amp; AUTOMATIC DNS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routing between static CDN edge nodes and nearest AWS Lambda regions with automatic SSL certificate issuance.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OBSERVABILITY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Real User Monitoring (RUM), Core Web Vitals diagnostics, and real-time serverless execution logs.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ARCHITECTURAL DISADVANTAGES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 Enforcements, Steep Team Pricing &amp; Execution Boundaries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COMMERCIAL TERMS ON FREE TIER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Hobby plan explicitly forbids commercial sites, client projects, and monetized applications. Violators risk automated account suspension.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 SEAT-BASED PRICING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Upgrading to Pro costs $20/month per user. Adding 5 team members costs $100/mo before accounting for any serverless compute consumption.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PUNITIVE BANDWIDTH OVERAGES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Bandwidth overage costs $55 per 100 GB. Viral spikes or scraping crawlers can create massive unbudgeted monthly invoices.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LOCK-IN &amp; COLD STARTS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Next.js features (ISR, Middleware) are tightly coupled to Vercel's proprietary infrastructure and painful to self-host.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MECHANICS (1/8)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Vercel: Deployment Workflow &amp; Real-World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DEPLOY TO VERCEL (CI/CD PIPELINE)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20824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1. CLI Installation &amp; Login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vercel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login (authenticates via GitHub or email magic link)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44952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2. Project Linking &amp; Environment Setup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link (binds local repository to Vercel project ID &amp; team)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environment variables: vercel env pull .env.local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3. Configuration (vercel.json)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rewrite rules, caching headers and maxDuration: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"cleanUrls": true, "rewrites": [{ "source": "/api/(.*)", "destination": "/api/$1" }] 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093208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4. Production Deployment &amp; Git Trigger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push: vercel --prod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Git: git push origin main generates live production URL.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DEPLOYMENT DIFFICULTIES &amp; PITFALLS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20824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TIMEOUT ERRORS (504 GATEWAY TIMEOUT)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functions fail abruptly if an API call or database query exceeds 10s on Hobby (or 50s on Pro). Turfify slot generation or report exports get aborted mid-flight.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44952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VS. NODE RUNTIME DISCREPANCIES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Edge Functions execute on V8 isolates, breaking packages relying on Node.js built-ins (crypto, fs, buffer). Builds succeed locally but fail in production.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6908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BUILD CACHE &amp; HYDRATION MISMATCHES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 incremental cache invalidation occasionally serves stale bundle assets to users, leading to React hydration errors and broken client-side routing.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093208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VARIABLE BRANCH DESYNCHRONIZATION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Production, Preview, and Development env variables must be configured separately in dashboard; missing a variable causes silent API failures in preview URLs.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(2/8)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2: Cloudflare Pages — Architecture, Advantages &amp; Disadvantages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 ARCHITECTURE &amp; STRENGTHS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7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Anycast Edge Network | 330+ Data Centers | 0ms Cold Starts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FREE BANDWIDTH (ZERO BILL SHOCK)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charges $0 for bandwidth on both Free and Paid tiers. Absolutely immune to egress surcharges, traffic spikes, or DDoS scraper penalties.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INDUSTRY-LEADING GLOBAL LATENCY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directly in 330+ cities worldwide on Cloudflare's Anycast edge. 95% of the world's population is within 50ms of a PoP.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EDGE ECOSYSTEM (D1, KV, R2, QUEUES)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integration with Cloudflare D1 (Serverless SQL), KV (Key-Value), Vectorize, and R2 (S3-compatible storage with zero egress fees).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USE ALLOWED ON FREE TIER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Unlike Vercel Hobby, Cloudflare Pages Free permits commercial production workloads, client apps, and revenue-generating startups.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RUNTIME BOUNDARIES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V8 Isolate Constraints, Native Binary Limits &amp; SSR Adapter Overhead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FULL NODE.JS ENVIRONMENT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run on lightweight V8 isolates. Packages using native C++ binaries, raw file system access, or heavy Node APIs fail without polyfills.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SSR ADAPTER COMPLEXITY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Deploying full SSR Next.js requires @cloudflare/next-on-pages adapter, which can lag behind the latest Next.js canary features.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 BUILDS / MONTH LIMIT ON FREE TIER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bandwidth is infinite, build triggers are limited to 500/mo. Large teams with active CI/CD pipelines need the $5/mo plan.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STEEPER LEARNING CURVE FOR EDGE APIS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Wrangler CLI, Bindings, and Request/Response Web standards require more manual configuration than Vercel's zero-config approach.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MECHANICS (2/8)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Pages: Deployment Workflow &amp; Real-World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DEPLOY TO CLOUDFLARE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20824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</a:rPr>
              <a:t>1. CLI Setup via Wrangler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wrangler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wrangler login (authenticates browser OAuth with Cloudflare)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44952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</a:rPr>
              <a:t>2. Configuration (wrangler.toml)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"turfify-app"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pages_build_output_dir = "dist"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compatibility_flags = ["nodejs_compat"]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compatibility_date = "2026-01-01"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</a:rPr>
              <a:t>3. Direct Asset Deployment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wrangler pages deploy dist --project-name=turfify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093208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A580C"/>
                </a:solidFill>
              </a:rPr>
              <a:t>4. Git-Integrated Automatic CI/CD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GitHub repository in Cloudflare Dashboard.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push to main deploys instantly across 330+ Edge PoPs with 0ms propagation.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DEPLOYMENT DIFFICULTIES &amp; PITFALLS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20824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COMPATIBILITY FLAG OMISSIONS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Failing to set nodejs_compat in wrangler.toml results in fatal "Cannot resolve module 'node:crypto' or 'buffer'" crashes at edge execution time.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44952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SPA ROUTING 404S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Page Apps (React/Vue) return Cloudflare 404 on page refresh unless an explicit _routes.json or index.html fallback rewrite is configured.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6908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CRYPTIC EDGE BUILD LOGS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edge worker functions fail during compilation, Cloudflare build logs often output minified webpack stack traces with unhelpful line numbers.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093208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BINDING SYNTAX CONFUSION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in Cloudflare Pages must be accessed via context.env or process.env depending on whether Vite, Next, or vanilla Workers are used.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(3/8)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3: Netlify — Architecture, Advantages &amp; Disadvantages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ARCHITECTURE &amp; KEY 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Pioneers of Jamstack | High-Productivity Frontend &amp; Workflow Suite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SERVERLESS FORMS &amp; NOTIFICATIONS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form submissions directly by adding netlify attribute in HTML. Eliminates the need to write backend contact/booking form endpoints.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USER IDENTITY &amp; AUTHENTICATION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Identity offers pre-built JWT authentication, role-based access control, and user management out of the box.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TESTING &amp; BRANCH PREVIEWS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 traffic splitting and A/B tests directly on the edge between Git branches without running external client scripts.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PLUGIN ECOSYSTEM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100+ community build plugins for sitemap generation, image compression, lighthouse audits, and security header injection.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COMMERCIAL DRAWBACKS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Seat Tax, Bandwidth Traps &amp; Slower Build Pipeline Speeds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STEEP TEAM SEAT FEES ($19/MEMBER/MO)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 to Vercel, adding collaborators incurs a $19/seat monthly charge, quickly multiplying small business SaaS operational overhead.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EXTREME BANDWIDTH OVERAGE RATES ($55/100GB)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Exceeding the 100 GB free threshold automatically charges $55 per additional 100 GB block, creating substantial bill risk.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CONCURRENT BUILD PIPELINES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and Starter tiers run on shared build workers with 1 concurrent build slot. Queues back up during frequent git pushes.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FUNCTION RUNTIME TIMEOUTS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serverless functions default to a 10s execution limit (max 26s upon request). Incompatible with heavy background processing.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MECHANICS (3/8)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Netlify: Deployment Workflow &amp; Real-World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DEPLOY TO NETLIFY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20824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</a:rPr>
              <a:t>1. CLI Installation &amp; Auth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netlify-cli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netlify login (browser OAuth authentication)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44952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</a:rPr>
              <a:t>2. Configuration (netlify.toml)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[build] command = "npm run build" | publish = "dist"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[[redirects]] from = "/*" to = "/index.html" status = 200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</a:rPr>
              <a:t>3. Direct Production Deploy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netlify deploy --prod --dir=dist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093208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D9488"/>
                </a:solidFill>
              </a:rPr>
              <a:t>4. Git Continuous Deployment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GitHub repository in Netlify console. Webhooks automatically trigger staging preview branches and production deploys on git push.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DEPLOYMENT DIFFICULTIES &amp; PITFALLS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20824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MINUTE EXHAUSTION LOCKOUT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 offers only 300 build minutes/month. Heavy npm dependencies or frequent commits can deplete this in under 2 weeks, freezing all site updates.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44952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REDIRECT REDUNDANCY &amp; CACHE CONFUSION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Conflicting rules between _redirects text files and netlify.toml cause silent 301 redirection loops or failed client-side deep links.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6908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COLD START DELAYS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Functions run on AWS Lambda. Rarely accessed endpoints suffer from 800ms–2000ms latency spikes during cold starts.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093208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SIZE &amp; ZIP LIMITS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function bundles are restricted to 50MB zipped / 250MB uncompressed, causing build crashes when including PDF engines or Puppeteer.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of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(4/8)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4: AWS Amplify — Architecture, Advantages &amp; Disadvantages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AMPLIFY ARCHITECTURE &amp; ENTERPRISE STRENGTHS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F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AWS Ecosystem Integration | CloudFront CDN | Enterprise Scale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AWS INFRASTRUCTURE BINDING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Directly provisions and links S3 buckets, CloudFront distributions, Cognito user pools, DynamoDB tables, and AppSync GraphQL APIs.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CLOUDFRONT CDN DISTRIBUTION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Backbone runs on Amazon's enterprise CloudFront CDN with 450+ Points of Presence and AWS Shield Standard DDoS protection.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COMPLIANCE &amp; GOVERNANCE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Satisfies strict regulatory audits (HIPAA, SOC 2, PCI-DSS, ISO 27001) natively without third-party vendor certification hurdles.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BRANCH DEPLOYMENTS &amp; PR PREVIEWS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git-connected preview pipelines with custom subdomain branching (e.g., staging.turfify.com, dev.turfify.com).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OPERATIONAL OVERHEAD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12-Month Expiration Cliff, Complex IAM &amp; CloudFormation Rollbacks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 EXPIRES AFTER 12 MONTHS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Amplify's free tier is strictly limited to the first 12 months after AWS account creation. Year 2 transitions to unyielding metered billing.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AWS CONSOLE &amp; PERMISSIONS UX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IAM roles, policies, CloudWatch logs, and billing alarms requires deep AWS expertise compared to modern PaaS tools.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CRYPTIC CLOUDFORMATION ROLLBACK LOOPS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hood, Amplify uses CloudFormation. When a deployment fails, the stack rollback can stall builds for 30–45 minutes.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BUILD TIMES RELATIVE TO VERCEL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Provisioning dynamic build containers on AWS CodeBuild often takes 4 to 8 minutes per deployment even for small code changes.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MECHANICS (4/8)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Amplify: Deployment Workflow &amp; Real-World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DEPLOY TO AWS AMPLIFY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20824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</a:rPr>
              <a:t>1. CLI Setup &amp; IAM Configuration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@aws-amplify/cli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amplify configure (configures AWS Access Key &amp; Secret)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44952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</a:rPr>
              <a:t>2. Initialize Amplify Project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amplify init (specifies project name and cloud environment)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</a:rPr>
              <a:t>3. Build Specification (amplify.yml)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 phases: { build: { commands: ['npm run build'] } 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artifacts: { baseDirectory: dist, files: ['**/*'] 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093208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97706"/>
                </a:solidFill>
              </a:rPr>
              <a:t>4. Cloud Push &amp; Hosting Publication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amplify add hosting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amplify publish (uploads to S3, invalidates CloudFront)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DEPLOYMENT DIFFICULTIES &amp; PITFALLS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20824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 ROLE &amp; POLICY REJECTION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Deployments frequently abort due to missing granular IAM permissions for S3 PutObject or CloudFront CreateInvalidation in the service role.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44952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MONOREPO BUILD CACHING BUGS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SSR deployments on Amplify Gen 2 often fail when detecting package.json in monorepo workspaces, requiring manual amplify.yml overrides.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6908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CLOUDFRONT CACHE INVALIDATION DELAYS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the build may report 'Success', edge CloudFront nodes take 2 to 5 minutes to fully propagate new HTML/CSS assets globally.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093208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ORPHANED CLOUDFORMATION RESOURCES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deletions or manual edits in the AWS Console leave backend resources in UPDATE_ROLLBACK_FAILED states, blocking subsequent deployments.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of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(5/8)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5: Firebase Hosting — Architecture, Advantages &amp; Disadvantages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HOSTING ARCHITECTURE &amp; STRENGTHS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4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 Global CDN | Integrated Firestore &amp; Mobile SDKs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GOOGLE CLOUD ECOSYSTEM SYNERGY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binding with Firestore real-time database, Firebase Authentication, Cloud Storage, and Google Analytics in one unified client SDK.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ATOMIC DEPLOYMENTS &amp; ROLLBACKS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 uploading is hash-based and atomic. 1-click instantaneous rollback to any previous deployment version with zero downtime.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AUTOMATED MULTI-DOMAIN SSL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custom domain verification with automated zero-touch Let's Encrypt SSL certificate issuance and renewal.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 ROUTING (CLOUD RUN / FUNCTIONS)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rewrite rules route specific API endpoints to Google Cloud Run containers or serverless Cloud Functions under the same domain.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OPERATIONAL BOUNDARIES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D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Tiny 360 MB/day Free Bandwidth, Mandatory Credit Card for APIs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360 MB / DAY BANDWIDTH CAP (SPARK)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Spark plan restricts bandwidth to 360 MB per day (approx 10 GB/mo). Exceeding this instantly returns HTTP 509 Bandwidth Limit Exceeded.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CARD REQUIRED FOR SERVERLESS (BLAZE)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Deploying Node.js Cloud Functions or external API calls requires upgrading to the Blaze pay-as-you-go plan with a verified credit card.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NATIVE GIT PREVIEW DEPLOYMENTS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Unlike Vercel or Netlify, Firebase does not generate automated PR preview URLs out-of-the-box without setting up GitHub Actions workflows.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PROPRIETARY GOOGLE CLOUD SDK DEPENDENCY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architectural lock-in to proprietary Firestore queries and Firebase rules, making migration away painful.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of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MECHANICS (5/8)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Hosting: Deployment Workflow &amp; Real-World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DEPLOY TO FIREBASE HOSTING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20824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1. CLI Setup &amp; Google Login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firebase-tools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login (authenticates via Google account in browser)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44952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2. Initialization (firebase init hosting)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Selects Google Cloud project, public directory (dist), and configures SPA single-page app rewrite rule.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3. Configuration (firebase.json)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"hosting": { "public": "dist", "rewrites": [{ "source": "**", "destination": "/index.html" }] } 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093208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11D48"/>
                </a:solidFill>
              </a:rPr>
              <a:t>4. Deployment Execution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deploy --only hosting (published with version hash)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DEPLOYMENT DIFFICULTIES &amp; PITFALLS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20824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UNNOTICED DAILY QUOTA CHOKE (HTTP 509)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360 MB/day limit can be exhausted in hours if loading uncompressed turf images or demo videos, taking the application offline until midnight UTC.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44952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ALIAS OVERWRITING HAZARDS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.firebaserc tracks project IDs. Accidental deployment without checking firebase use prod can push experimental test builds into live production.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6908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MULTI-SITE ROUTING CONFUSION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multiple websites under one project requires complex target mapping in firebase.json (targets: [{ name: 'admin', apply: [...] }]).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093208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BLOCKS ON FUNCTION REWRITES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Rewriting API endpoints to Cloud Functions on separate domains frequently triggers strict browser CORS preflight failures without custom middleware.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of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(6/8)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6: Azure Static Web Apps — Architecture, Pros &amp; Cons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STATIC WEB APPS ARCHITECTURE &amp; STRENGTHS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Enterprise Cloud | Built-in Azure Functions &amp; Auth Roles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GITHUB ACTIONS WORKFLOW GENERATION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 Azure Static Web App automatically commits a production-ready GitHub Actions YAML workflow directly into your repo.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SERVERLESS API (AZURE FUNCTIONS)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managed serverless backends powered by Azure Functions in Node.js, Python, or C# .NET under the same domain without CORS.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GENEROUS FREE TIER FOR ENTERPRISE APPS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plan includes 100 GB bandwidth / month, 3 custom domains, free SSL, and staging preview environments for every pull request.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ENTERPRISE ROLE-BASED AUTH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Pre-configured authentication with Microsoft Entra ID (Active Directory), GitHub, and Google with zero custom auth code.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ENTERPRISE FRICTION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Azure Portal UI, Static Routing Quotas &amp; Community Adoption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OVERWHELMING AZURE PORTAL COMPLEXITY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subscriptions, resource groups, App Service plans, and RBAC permissions is intimidating for non-enterprise developers.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ENVIRONMENT CONSTRAINTS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 allows only 3 temporary staging preview environments simultaneously; additional PRs fail until old staging slots are cleared.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ROUTING CONFIGURATION RIGIDITY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rules must strictly comply with staticwebapp.config.json schema; any minor JSON formatting error disables all custom rewrites.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SMALLER INDIE &amp; STARTUP COMMUNITY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web development tutorials, open-source adapters, and starters prioritize Vercel/Netlify; finding community troubleshooting takes longer.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of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MECHANICS (6/8)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Static Web Apps: Deployment Workflow &amp; Real-World Failures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DEPLOY TO AZURE STATIC WEB APPS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20824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</a:rPr>
              <a:t>1. CLI Setup via Azure SWA CLI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@azure/static-web-apps-cli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 login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44952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</a:rPr>
              <a:t>2. Configuration (staticwebapp.config.json)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SPA fallback routes and asset bypass: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"navigationFallback": { "rewrite": "/index.html", "exclude": ["/images/*", "/css/*"] } 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</a:rPr>
              <a:t>3. Direct Local &amp; Remote Deployment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 deploy ./dist --env production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093208"/>
            <a:ext cx="460217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284C7"/>
                </a:solidFill>
              </a:rPr>
              <a:t>4. Automated GitHub Actions Workflow
</a:t>
            </a:r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 Azure/static-web-apps-deploy action with secret AZURE_STATIC_WEB_APPS_API_TOKEN. Builds on every push.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DEPLOYMENT DIFFICULTIES &amp; PITFALLS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20824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TOKEN INVALIDATION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Regenerating deployment credentials in the Azure Portal breaks the GitHub Actions repository secret, causing all subsequent CI/CD runs to throw HTTP 401 Unauthorized.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2990088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044952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FALLBACK EXCLUSION ERRORS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Failing to explicitly exclude static image/asset extensions in navigationFallback can cause missing images to serve index.html with HTTP 200 instead of 404.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4014216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69080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FOLDER LOCATION MISMATCH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api_location in GitHub Actions does not precisely match the backend functions folder, the build fails without clear diagnostics.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5038344"/>
            <a:ext cx="4785055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093208"/>
            <a:ext cx="4602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ORPHANED STAGING SLOTS EXCEEDING QUOTA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PRs without the automated GitHub Actions cleanup step leaves ghost preview environments active, hitting the 3-slot limit.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 of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(7/8)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7: GitHub Pages — Pure Static Hosting, Workflow &amp; Pitfalls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PAGES: 100% FREE STATIC HOSTING &amp; WORKFLOW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Git Integration | Zero Operational Cost Forever | Custom Domains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REPOSITORY CONFIGURATION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GitHub Pages in Repo Settings &gt; Pages. Source: Deploy from branch (main / docs folder) OR GitHub Actions.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DIRECT BRANCH DEPLOYMENT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build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build output to gh-pages branch: npx gh-pages -d dist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Directly served at https://&lt;username&gt;.github.io/&lt;repo&gt;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GITHUB ACTIONS PIPELINE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official actions/deploy-pages@v4 to automatically build and publish artifacts on every git push to main.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CUSTOM DOMAIN &amp; HTTPS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CNAME file containing turfify.com in repo root. GitHub automatically provisions and renews Let's Encrypt SSL certificate.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DIFFICULTIES &amp; HARD BOUNDARIES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Strictly Static Assets Only | SPA Routing Breakages | Public Repo Mandate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NOTORIOUS SPA 404 ROUTING BUG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React/Vue client routers fail when users refresh /book or /turfs. GitHub Pages looks for physical .html files. Requires a custom 404.html redirect hack or hash routing.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SERVERLESS / BACKEND CAPABILITY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Strictly hosts static files. Cannot execute Node.js, Express, or SQL database connections. Dynamic features require external backend hosting.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REPO MANDATE ON FREE TIER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Pages is only free for public repositories. Private repositories require a paid GitHub Pro ($4/mo) or Team account.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BANDWIDTH &amp; SITE SIZE LIMITS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Sites are restricted to 1 GB maximum disk size and a soft limit of 100 GB bandwidth / month; heavy sites face throttling.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 of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DEEP DIVE (8/8)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8: DigitalOcean — VPS Control, Flat Pricing &amp; Real-World Realities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DIGITALOCEAN: VPS &amp; MANAGED APP PLATFORM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Root Access | Flat $4-$6/mo Pricing | 1 TB to 2 TB Bandwidth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DEPLOYMENT PATH A: MANAGED APP PLATFORM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GitHub repo in DO App Platform. 3 static sites are 100% Free. Dynamic Node/Express apps cost flat $5/month with automated zero-touch CI/CD.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DEPLOYMENT PATH B: DROPLET VPS (FULL CONTROL)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 $4 or $6/mo Ubuntu Droplet (1 vCPU, 1 GB RAM, 25 GB SSD, 1 TB transfer).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 access: ssh root@&lt;droplet-ip&gt;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01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NODE PROCESS RUNTIME (PM2)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app continuously in background: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install -g pm2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start server.js --name turfify-backend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startup &amp;&amp; pm2 save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563EB"/>
                </a:solidFill>
              </a:rPr>
              <a:t>NGINX REVERSE PROXY &amp; CERTBOT SSL
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 Nginx to proxy port 80/443 to Node port 3000.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certbot --nginx -d api.turfify.com for automated SSL certificate.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242255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1732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RESPONSIBILITIES &amp; OPERATIONAL PITFALLS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46936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Sysadmin Overhead, Security Hardening &amp; Zero Automatic Failover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19456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6771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LINUX ADMINISTRATION &amp; MAINTENANCE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own the OS. Responsible for security patching (apt upgrade), UFW firewall configuration, fail2ban setup, and preventing memory leaks.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46520" y="315468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22783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OUT-OF-MEMORY (OOM) CRASHES ON $4-$6 TIERS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heavy npm install or building Next.js on a 1 GB RAM Droplet triggers Linux kernel OOM-killer, freezing the server unless a 2GB swap file is added.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411480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18795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AUTOMATIC HIGH AVAILABILITY / FAILOVER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Unlike serverless platforms that self-heal across data centers, if your Droplet experiences hardware failure, your app stays down until manually rebooted.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785055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48072"/>
            <a:ext cx="45107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DATABASE BACKUP ROUTINES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hosting PostgreSQL or SQLite locally on the Droplet, engineers must script cron jobs to dump backups to S3/Cloudflare R2.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 of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ECONOMICS &amp; PRICING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Pricing Economics: Free Tier Quotas &amp; Overage Risks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8655" cy="48006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645920"/>
                <a:gridCol w="1645920"/>
                <a:gridCol w="1463040"/>
                <a:gridCol w="1371600"/>
                <a:gridCol w="103601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Tier Quotas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Bandwidth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Commercial in Free?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Starting Paid Plan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Bandwidth Overage Fee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Seat Cost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GB-hrs compute, 6k build mins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GB / month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(Hobby strictly non-profit)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$20 / member / month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$55 per 100 GB (High)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$20 / user / mo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Cloudflare Pages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 builds/mo, 100k worker req/day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UNLIMITED FREE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(Permitted)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 / month (Flat)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(Infinite egress free)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Unlimited seats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Netlify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 build mins/mo, 100 forms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GB / month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(With quota limits)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$19 / member / month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$55 per 100 GB (High)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$19 / user / mo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Amplify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1,000 build mins (12-Mo Trial only)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GB / month (12-Mo)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Pay-as-you-go (~$0.15/GB)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$0.15 per GB ($15/100GB)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IAM based (Free)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11D4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Firebase Hosting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GB storage (Spark Plan)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360 MB / day (~10 GB/mo)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Blaze (Pay-as-you-go)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$0.15 per GB transfer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GCP IAM (Free)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Static Apps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custom domains, 0.5 GB app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GB / month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 / app / month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$0.20 per GB transfer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 ID roles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Pages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GB site size (Static only)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GB soft limit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(Public repos)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($4/mo GitHub Pro)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Throttled (No charges)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collab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DigitalOcean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Static sites free on App Platform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TB to 2 TB on VPS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$4 - $6 / month (Flat VPS)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$0.01 per GB ($1/100GB)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access free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of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MODES &amp; RISKS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Risk Matrix: Common Deployment Failures &amp; Pitfalls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8655" cy="48006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463040"/>
                <a:gridCol w="1645920"/>
                <a:gridCol w="1554480"/>
                <a:gridCol w="295625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Cold Start Latency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Execution Timeout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Environment Variable Leaks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Bill Shock Risk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Failure Mode in Deployments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(300-1500ms Node)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10s (Hobby) / 50s (Pro)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(Branch-scoped keys)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 ($55/100GB)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504 Gateway Timeout on heavy serverless functions / image opt.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Cloudflare Pages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0ms (Instant V8 isolate)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30s CPU runtime limit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(Encrypted bindings)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(No egress charges)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not found: crypto / buffer due to missing nodejs_compat flag.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Netlify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(500-1800ms Lambda)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10s default limit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(Context env vars)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 ($55/100GB)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minute exhaustion (300 mins) freezing team deployments.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Amplify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(1000-2500ms Lambda)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15 mins (Lambda)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(IAM policy misconfig)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(After 12 months)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CloudFormation UPDATE_ROLLBACK_FAILED deadlock stalls builds.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11D4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Firebase Hosting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(Cloud Functions)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60s (Cloud Functions)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(GCP Secret Manager)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(Blaze pay-go)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509 Bandwidth Exceeded taking website offline mid-day.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Static Apps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(Azure Functions)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mins (Azure Functions)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(KeyVault / App Settings)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($9/mo predictable)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 token desync breaking GitHub Actions CI/CD workflows.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Pages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 (Pure static edge)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 (No backend compute)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(Public repo leak risk)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(100% Free)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 404 error on page refresh when user hits deep URLs.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DigitalOcean VPS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0ms (Always-on PM2 Node)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Infinite (Persistent process)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(Local .env file)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(Flat $4-$6/mo fixed)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Out-of-Memory (OOM) killer crashing Node during npm build.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 of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Decision Framework &amp; Production Blueprint for Turfify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1143000"/>
          </a:xfrm>
          <a:prstGeom prst="roundRect">
            <a:avLst>
              <a:gd name="adj" fmla="val 9600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PRODUCTION RECOMMENDATION: HYBRID CLOUD DECOUPLING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101800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0F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 Static Edge Delivery from Dynamic API/DB Execution. Deploying both to Vercel invites timeout errors, high seat costs, and sudden bandwidth shock. A decoupled architecture achieves 99.99% uptime with near-zero operational costs.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3429000" cy="6858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97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A: ZERO BUDGET / MVP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F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Cost: $0.00 / month forever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306324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 + Supabase / D1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" y="40233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Frontend: Cloudflare Pages (unlimited bandwidth, 0ms latency, free SSL).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Backend/DB: Cloudflare D1 or Supabase Free Tier (PostgreSQL + Auth).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Verdict: Perfect for startups launching Turfify without credit card lock.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79976" y="26517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2651760"/>
            <a:ext cx="3429000" cy="6858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2697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B: PRODUCTION FULLSTACK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62856" y="3017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F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Cost: $4 - $6 / month flat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62856" y="3474720"/>
            <a:ext cx="306324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2856" y="3474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Pages + DigitalOcean ($4-$6)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08576" y="40233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Frontend: Cloudflare Pages handles high traffic, images, and marketing with 0 bill risk.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Backend: DigitalOcean Droplet runs Express API, PM2, persistent booking queues &amp; SQLite/Postgres.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Verdict: Uncapped WebSockets, 1 TB bandwidth, and 100% predictable spending.
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28432" y="26517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8432" y="2651760"/>
            <a:ext cx="3429000" cy="685800"/>
          </a:xfrm>
          <a:prstGeom prst="roundRect">
            <a:avLst>
              <a:gd name="adj" fmla="val 16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2697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C: ENTERPRISE NEXT.JS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11312" y="30175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F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Cost: $20/seat/mo or $9/app/mo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11312" y="3474720"/>
            <a:ext cx="3063240" cy="411480"/>
          </a:xfrm>
          <a:prstGeom prst="roundRect">
            <a:avLst>
              <a:gd name="adj" fmla="val 17778"/>
            </a:avLst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3474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Pro OR Azure Static Apps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57032" y="40233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Vercel Pro: Unmatched Next.js React Server Components &amp; preview review workflows.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Static Apps: Enterprise SOC 2/HIPAA compliance &amp; Entra ID SSO.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Verdict: Pick when corporate compliance and developer velocity outweigh budget limits.
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PROPRIETARY | Cloud Web Deployment Architecture &amp; DevOps Masterclass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 of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Enterprise Cloud Strategy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Web Deployment Masterclass: Vercel vs Alternative Platforms</dc:title>
  <dc:subject>PptxGenJS Presentation</dc:subject>
  <dc:creator>Cloud DevOps &amp; Architecture Practice</dc:creator>
  <cp:lastModifiedBy>Cloud DevOps &amp; Architecture Practice</cp:lastModifiedBy>
  <cp:revision>1</cp:revision>
  <dcterms:created xsi:type="dcterms:W3CDTF">2026-09-09T14:12:13Z</dcterms:created>
  <dcterms:modified xsi:type="dcterms:W3CDTF">2026-09-09T14:12:13Z</dcterms:modified>
</cp:coreProperties>
</file>